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AD39-A58D-98A5-058E-85FB15625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45CAC-F718-2D3E-7875-CDEC94A61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8EBBD-F768-172E-DE5F-AE48A610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C26B-89D2-4BF3-B90F-E06A8EC4632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50DB7-B95A-2DA0-168B-FE6FCFA63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35420-FDD8-D24E-8439-4D86F9A2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DB84-2B63-4C58-8115-E74C17473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AA2C-52D1-1EB8-8AFF-64DE8D76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8B9B9-107D-A24C-601F-6F1196B70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E2428-BDDC-F063-E8FB-3C698F2C6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C26B-89D2-4BF3-B90F-E06A8EC4632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4DD8A-36EA-DF0E-F5F6-3B80F2BAE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EB9B5-8B18-8FF2-77EC-B57E3ADD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DB84-2B63-4C58-8115-E74C17473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08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B0F55-C7FA-5510-82FE-9F8437D95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E1DF-25B6-1678-DA85-7F7AEFA42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8E2EF-081E-3E23-B7DB-5FCCAA3C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C26B-89D2-4BF3-B90F-E06A8EC4632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04580-A2AA-36C4-F0E0-0CFBFC15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30CDD-8180-AE2C-F2D2-8D321F6F2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DB84-2B63-4C58-8115-E74C17473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9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5D14-96CB-BB7C-55D3-DBECEDA8C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17E88-4994-71DE-5803-A870F4534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841D1-8871-14CD-25B5-3E9CD092A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5C0D3-A2DE-81AD-653E-7C439C48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C26B-89D2-4BF3-B90F-E06A8EC4632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36422-AE15-FB0C-580E-72CA5AD6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8B9B7-EF26-9864-142B-4A28EEC76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DB84-2B63-4C58-8115-E74C17473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99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45FFA-A6A0-D356-6C03-095E0196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C74E2-9384-9A1A-A347-DF73BE980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EF000-C31F-7DE1-B6BF-D31620A8A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E8CB8-A5F3-21FA-BD83-02EF9670F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86A81F-CB0B-3BEF-24F7-D332DAB07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CA52EE-FDFB-7847-02F6-2C9A16D5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C26B-89D2-4BF3-B90F-E06A8EC4632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CD220-B301-8AA0-39A5-62B523F2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F76020-0AD3-BE8A-FCFB-04593EDC6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DB84-2B63-4C58-8115-E74C17473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17C0-439C-C926-77A2-045D16FAD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05C930-EDD2-2D5F-4DC0-DB057116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C26B-89D2-4BF3-B90F-E06A8EC4632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DBF3C-7981-4A23-90EB-A323B25F6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7C619-5AD7-6B32-B8ED-DBA2203F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DB84-2B63-4C58-8115-E74C17473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16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D71C99-8B5C-2FDF-EAA2-1DF10F84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C26B-89D2-4BF3-B90F-E06A8EC4632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C16968-8F62-FCF1-2EC5-8A09A4B8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3AB34-4BF4-B6F3-7320-FA61FD74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DB84-2B63-4C58-8115-E74C17473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91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E38D2-BA87-CBB2-832D-8664F672D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CE539-8024-1A32-F857-7804CED81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96CA6-E949-3667-6988-DCA1BA9F5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FFEF8-90FC-FC70-B2A8-CC60DB0E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C26B-89D2-4BF3-B90F-E06A8EC4632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BCAEC-F9F2-DCAD-90D2-E2E7C5603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B6AB3-0D6F-CABB-C909-F518DFC4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DB84-2B63-4C58-8115-E74C17473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38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E25B-113C-D4AA-B2E3-8639C634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69B849-8B3E-E505-D0AD-EE05862B5D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E658B-5A09-3B09-D72E-2D837085A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7B785-207E-5E30-CCAF-26B1A532A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C26B-89D2-4BF3-B90F-E06A8EC4632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A05E3-06D1-76CA-0E0A-A3DBE82F5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00E60-80E8-BC96-0BF3-13037CCE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DB84-2B63-4C58-8115-E74C17473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9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19444-C61C-2035-B5F9-3BB35EC2E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FD3ED-2DF6-D3A5-70E1-2013260CE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CF257-070D-41F1-5F5C-649A535D9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C26B-89D2-4BF3-B90F-E06A8EC4632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64F53-30CD-12BD-55AE-ECFE5429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CD096-0253-272E-0280-BB2A0A384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DB84-2B63-4C58-8115-E74C17473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963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D88F97-7444-060D-AD4E-25C6C3F93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DFEB2-FA3C-BD26-13E7-6AE31A544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485DB-E33C-7ABD-BC54-D052785A1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8C26B-89D2-4BF3-B90F-E06A8EC4632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4FED0-00E0-E748-AC9A-FFD2BC340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026C8-D3E0-E161-54FE-725F7157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CDB84-2B63-4C58-8115-E74C17473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05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AED7C3-1C88-A779-837F-FF76D92BB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28715-5C78-ECE7-F5F5-BB89C5E63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6FFFD-9287-99E0-4B11-B3E9A8497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8C26B-89D2-4BF3-B90F-E06A8EC4632D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BEEB9-9E5C-A033-042D-8E32367EF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C5ADC-8052-914E-2449-674595906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CDB84-2B63-4C58-8115-E74C17473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1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F710-3D9F-F54D-26E5-B5BB2BDD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Pescuit</a:t>
            </a:r>
            <a:r>
              <a:rPr lang="en-US" dirty="0"/>
              <a:t> in </a:t>
            </a:r>
            <a:r>
              <a:rPr lang="en-US" dirty="0" err="1"/>
              <a:t>Arges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81B336-5A6A-9A89-B726-FF4FC8ACAA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1D1E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Final Project Requirements for Cursor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Project Goal: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Multi-level Portfolio SPA (Single Page Application) for "Pescuit în Argeș".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</a:b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Architecture: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Vanilla HTML/CSS/JS with a custom Hash-based Router for deep linking.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1. URL &amp; Navigation Structure: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Home (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/#home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):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Main hub with deep links to all primary sections.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About (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/#about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):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Primary section.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Sub-sections: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/#about/gear1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,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/#about/gear2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Trips (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/#sessions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):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Primary section (Locations).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Sub-sections (Lakes):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/#sessions/lake1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,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/#sessions/lake2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Sub-sub-sections (Individual Trips):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/#sessions/lake1/trip1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,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/#sessions/lake1/trip2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Gallery (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/#gallery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):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Primary section with an internal toggle/holder for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Photos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vs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Videos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(custom internal scroll).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Contact (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/#contact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):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Primary section.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2. Dynamic Theming: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Each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Primary Section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must have a unique CSS class applied to the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&lt;body&gt;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or a main wrapper to change the global CSS variables (Background Image and Theme Color).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3. Technical Specs for the Assistant: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Router: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Create a JS function that parses the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window.location.hash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. It must handle up to 3 levels of depth (Section/Sub-section/Detail).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State Management: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When a URL is accessed or refreshed, the script must hide all other sections and display only the relevant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Persistence: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Ensure that sharing a link like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://domain.com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opens exactly that trip's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42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4520C87-820E-3AAA-8BC1-E3401C82A5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2128"/>
            <a:ext cx="10515600" cy="4351338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Goal: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Create a "Data-Driven" Fishing Portfolio where all content is managed via a single JavaScript object.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1. The Data Structure (The "Brain"):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Create a central configuration object (e.g.,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const SITE_CONTENT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) in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script.js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that stores everything: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Navigation Hierarchy: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Sections -&gt; Sub-sections -&gt; Sub-sub-sections.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Assets: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Background URLs, Hero Images, and Gallery Arrays for each level.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Content: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Titles and descriptions (strings/HTML).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Desktop Specifics: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Thumbnail paths for the gallery view.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2. Dynamic Rendering Logic: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The Engine: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Write a function that listens to the URL Hash.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Content Generation: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Instead of static HTML, the script must clear the main container and "inject" the content from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SITE_CONTENT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based on the current URL.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Deep Linking: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If the URL is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/#sessions/lake1/trip1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, the engine must find that specific object in the data and render it immediately (Refresh-Safe).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3. Visual Handling: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Background Switcher: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The script must update the body's background image and a CSS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--theme-color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variable whenever a primary section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Gallery Logic: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For Sub-sub-sections, implement a thumbnail-to-full-image logic for Desktop and a swipe-friendly/scroll-friendly view for Mobile.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B4013E7-21DA-7BE1-EC01-362B7D96E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875712"/>
            <a:ext cx="10375760" cy="1107996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Google Sans"/>
              </a:rPr>
              <a:t>"I want to build the site using a Data-Driven approach. Create a script.js file that starts with a large constant SITE_DATA. Structure this object to include: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Google Sans"/>
              </a:rPr>
              <a:t>Primary Sections (Home, About, Sessions, Gallery, Contact) - each with a </a:t>
            </a:r>
            <a:r>
              <a:rPr lang="en-US" sz="1200" dirty="0" err="1">
                <a:solidFill>
                  <a:srgbClr val="E6E8F0"/>
                </a:solidFill>
                <a:latin typeface="Google Sans"/>
              </a:rPr>
              <a:t>bgImage</a:t>
            </a:r>
            <a:r>
              <a:rPr lang="en-US" sz="1200" dirty="0">
                <a:solidFill>
                  <a:srgbClr val="E6E8F0"/>
                </a:solidFill>
                <a:latin typeface="Google Sans"/>
              </a:rPr>
              <a:t> and </a:t>
            </a:r>
            <a:r>
              <a:rPr lang="en-US" sz="1200" dirty="0" err="1">
                <a:solidFill>
                  <a:srgbClr val="E6E8F0"/>
                </a:solidFill>
                <a:latin typeface="Google Sans"/>
              </a:rPr>
              <a:t>themeColor</a:t>
            </a:r>
            <a:r>
              <a:rPr lang="en-US" sz="1200" dirty="0">
                <a:solidFill>
                  <a:srgbClr val="E6E8F0"/>
                </a:solidFill>
                <a:latin typeface="Google Sans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Google Sans"/>
              </a:rPr>
              <a:t>About should have an array of </a:t>
            </a:r>
            <a:r>
              <a:rPr lang="en-US" sz="1200" dirty="0" err="1">
                <a:solidFill>
                  <a:srgbClr val="E6E8F0"/>
                </a:solidFill>
                <a:latin typeface="Google Sans"/>
              </a:rPr>
              <a:t>subSections</a:t>
            </a:r>
            <a:r>
              <a:rPr lang="en-US" sz="1200" dirty="0">
                <a:solidFill>
                  <a:srgbClr val="E6E8F0"/>
                </a:solidFill>
                <a:latin typeface="Google Sans"/>
              </a:rPr>
              <a:t> (gear1, gear2).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Google Sans"/>
              </a:rPr>
              <a:t>Sessions should have a nested structure: Lakes -&gt; Trips. Each Trip needs: </a:t>
            </a:r>
            <a:r>
              <a:rPr lang="en-US" sz="1200" dirty="0" err="1">
                <a:solidFill>
                  <a:srgbClr val="E6E8F0"/>
                </a:solidFill>
                <a:latin typeface="Google Sans"/>
              </a:rPr>
              <a:t>heroImage</a:t>
            </a:r>
            <a:r>
              <a:rPr lang="en-US" sz="1200" dirty="0">
                <a:solidFill>
                  <a:srgbClr val="E6E8F0"/>
                </a:solidFill>
                <a:latin typeface="Google Sans"/>
              </a:rPr>
              <a:t>, </a:t>
            </a:r>
            <a:r>
              <a:rPr lang="en-US" sz="1200" dirty="0" err="1">
                <a:solidFill>
                  <a:srgbClr val="E6E8F0"/>
                </a:solidFill>
                <a:latin typeface="Google Sans"/>
              </a:rPr>
              <a:t>descriptionText</a:t>
            </a:r>
            <a:r>
              <a:rPr lang="en-US" sz="1200" dirty="0">
                <a:solidFill>
                  <a:srgbClr val="E6E8F0"/>
                </a:solidFill>
                <a:latin typeface="Google Sans"/>
              </a:rPr>
              <a:t>, and an images array (with thumbnails for desktop).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Google Sans"/>
              </a:rPr>
              <a:t>After defining the structure with some placeholder data for 'Lake 1' and 'Trip 1', write the </a:t>
            </a:r>
            <a:r>
              <a:rPr lang="en-US" sz="1200" dirty="0" err="1">
                <a:solidFill>
                  <a:srgbClr val="E6E8F0"/>
                </a:solidFill>
                <a:latin typeface="Google Sans"/>
              </a:rPr>
              <a:t>init</a:t>
            </a:r>
            <a:r>
              <a:rPr lang="en-US" sz="1200" dirty="0">
                <a:solidFill>
                  <a:srgbClr val="E6E8F0"/>
                </a:solidFill>
                <a:latin typeface="Google Sans"/>
              </a:rPr>
              <a:t>() function that reads the URL Hash and renders the correct content into a single &lt;div id="app"&gt;&lt;/div&gt; in index.html."</a:t>
            </a:r>
          </a:p>
        </p:txBody>
      </p:sp>
    </p:spTree>
    <p:extLst>
      <p:ext uri="{BB962C8B-B14F-4D97-AF65-F5344CB8AC3E}">
        <p14:creationId xmlns:p14="http://schemas.microsoft.com/office/powerpoint/2010/main" val="220219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43001-8F1A-427A-D661-F12E06B62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2735"/>
            <a:ext cx="10515600" cy="4351338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Important: Asset Directory Structure &amp; Naming Convention</a:t>
            </a:r>
            <a:endParaRPr lang="en-US" dirty="0"/>
          </a:p>
          <a:p>
            <a:r>
              <a:rPr lang="en-US" dirty="0"/>
              <a:t>Please adapt the content.data.js and the rendering logic to use the following strict directory structure. All paths must be </a:t>
            </a:r>
            <a:r>
              <a:rPr lang="en-US" b="1" dirty="0"/>
              <a:t>relative</a:t>
            </a:r>
            <a:r>
              <a:rPr lang="en-US" dirty="0"/>
              <a:t> to the project root.</a:t>
            </a:r>
          </a:p>
          <a:p>
            <a:r>
              <a:rPr lang="en-US" b="1" dirty="0"/>
              <a:t>1. Backgrounds:</a:t>
            </a:r>
            <a:endParaRPr lang="en-US" dirty="0"/>
          </a:p>
          <a:p>
            <a:r>
              <a:rPr lang="en-US" dirty="0"/>
              <a:t>Desktop: assets/</a:t>
            </a:r>
            <a:r>
              <a:rPr lang="en-US" dirty="0" err="1"/>
              <a:t>bg</a:t>
            </a:r>
            <a:r>
              <a:rPr lang="en-US" dirty="0"/>
              <a:t>/{section_name}.jpg</a:t>
            </a:r>
          </a:p>
          <a:p>
            <a:r>
              <a:rPr lang="en-US" dirty="0"/>
              <a:t>Mobile: assets/</a:t>
            </a:r>
            <a:r>
              <a:rPr lang="en-US" dirty="0" err="1"/>
              <a:t>bg</a:t>
            </a:r>
            <a:r>
              <a:rPr lang="en-US" dirty="0"/>
              <a:t>-m/{section_name}.jpg</a:t>
            </a:r>
          </a:p>
          <a:p>
            <a:r>
              <a:rPr lang="en-US" b="1" dirty="0"/>
              <a:t>2. Content Images Pattern:</a:t>
            </a:r>
            <a:endParaRPr lang="en-US" dirty="0"/>
          </a:p>
          <a:p>
            <a:r>
              <a:rPr lang="en-US" dirty="0"/>
              <a:t>Hero: assets/</a:t>
            </a:r>
            <a:r>
              <a:rPr lang="en-US" dirty="0" err="1"/>
              <a:t>img</a:t>
            </a:r>
            <a:r>
              <a:rPr lang="en-US" dirty="0"/>
              <a:t>/content/{section}/{category}/hero/{category}__</a:t>
            </a:r>
            <a:r>
              <a:rPr lang="en-US" dirty="0" err="1"/>
              <a:t>hero.avif</a:t>
            </a:r>
            <a:endParaRPr lang="en-US" dirty="0"/>
          </a:p>
          <a:p>
            <a:r>
              <a:rPr lang="en-US" dirty="0"/>
              <a:t>Thumbnails: assets/</a:t>
            </a:r>
            <a:r>
              <a:rPr lang="en-US" dirty="0" err="1"/>
              <a:t>img</a:t>
            </a:r>
            <a:r>
              <a:rPr lang="en-US" dirty="0"/>
              <a:t>/content/{section}/{category}/thumbs/{category}__p01__thumb.avif</a:t>
            </a:r>
          </a:p>
          <a:p>
            <a:r>
              <a:rPr lang="en-US" dirty="0"/>
              <a:t>Full View: assets/</a:t>
            </a:r>
            <a:r>
              <a:rPr lang="en-US" dirty="0" err="1"/>
              <a:t>img</a:t>
            </a:r>
            <a:r>
              <a:rPr lang="en-US" dirty="0"/>
              <a:t>/content/{section}/{category}/full/{category}__p01__full.jpg</a:t>
            </a:r>
          </a:p>
          <a:p>
            <a:r>
              <a:rPr lang="en-US" b="1" dirty="0"/>
              <a:t>3. Text Assets:</a:t>
            </a:r>
            <a:endParaRPr lang="en-US" dirty="0"/>
          </a:p>
          <a:p>
            <a:r>
              <a:rPr lang="en-US" dirty="0"/>
              <a:t>Load text content from: assets/text/{section}/{category}.txt (Use fetch to load these strings dynamically).</a:t>
            </a:r>
          </a:p>
          <a:p>
            <a:r>
              <a:rPr lang="en-US" b="1" dirty="0"/>
              <a:t>4. UI Elements:</a:t>
            </a:r>
            <a:endParaRPr lang="en-US" dirty="0"/>
          </a:p>
          <a:p>
            <a:r>
              <a:rPr lang="en-US" dirty="0"/>
              <a:t>Banners &amp; Logo: assets/</a:t>
            </a:r>
            <a:r>
              <a:rPr lang="en-US" dirty="0" err="1"/>
              <a:t>img</a:t>
            </a:r>
            <a:r>
              <a:rPr lang="en-US" dirty="0"/>
              <a:t>/</a:t>
            </a:r>
            <a:r>
              <a:rPr lang="en-US" dirty="0" err="1"/>
              <a:t>ui</a:t>
            </a:r>
            <a:r>
              <a:rPr lang="en-US" dirty="0"/>
              <a:t>/...</a:t>
            </a:r>
          </a:p>
          <a:p>
            <a:r>
              <a:rPr lang="en-US" b="1" dirty="0"/>
              <a:t>Task:</a:t>
            </a:r>
            <a:br>
              <a:rPr lang="en-US" dirty="0"/>
            </a:br>
            <a:r>
              <a:rPr lang="en-US" dirty="0"/>
              <a:t>Update the SITE_DATA object to reflect this structure. Create a helper function called </a:t>
            </a:r>
            <a:r>
              <a:rPr lang="en-US" dirty="0" err="1"/>
              <a:t>getAssetPath</a:t>
            </a:r>
            <a:r>
              <a:rPr lang="en-US" dirty="0"/>
              <a:t>(type, section, category, </a:t>
            </a:r>
            <a:r>
              <a:rPr lang="en-US" dirty="0" err="1"/>
              <a:t>fileName</a:t>
            </a:r>
            <a:r>
              <a:rPr lang="en-US" dirty="0"/>
              <a:t>) that constructs these URLs automatically based on the device type (Desktop/Mobile).</a:t>
            </a:r>
          </a:p>
          <a:p>
            <a:r>
              <a:rPr lang="en-US" dirty="0"/>
              <a:t>For the "</a:t>
            </a:r>
            <a:r>
              <a:rPr lang="en-US" dirty="0" err="1"/>
              <a:t>Partide</a:t>
            </a:r>
            <a:r>
              <a:rPr lang="en-US" dirty="0"/>
              <a:t>" (Sessions) section, follow the sub-folder logic: assets/</a:t>
            </a:r>
            <a:r>
              <a:rPr lang="en-US" dirty="0" err="1"/>
              <a:t>img</a:t>
            </a:r>
            <a:r>
              <a:rPr lang="en-US" dirty="0"/>
              <a:t>/content/</a:t>
            </a:r>
            <a:r>
              <a:rPr lang="en-US" dirty="0" err="1"/>
              <a:t>partide</a:t>
            </a:r>
            <a:r>
              <a:rPr lang="en-US" dirty="0"/>
              <a:t>/{</a:t>
            </a:r>
            <a:r>
              <a:rPr lang="en-US" dirty="0" err="1"/>
              <a:t>lake_id</a:t>
            </a:r>
            <a:r>
              <a:rPr lang="en-US" dirty="0"/>
              <a:t>}/{</a:t>
            </a:r>
            <a:r>
              <a:rPr lang="en-US" dirty="0" err="1"/>
              <a:t>session_id</a:t>
            </a:r>
            <a:r>
              <a:rPr lang="en-US" dirty="0"/>
              <a:t>}/...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773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3509-C356-881B-E871-046FF6BBA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C9A1F-2D8E-8751-6822-F91483343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b="1" dirty="0"/>
              <a:t>Fixing Header Geometry &amp; Styles</a:t>
            </a:r>
          </a:p>
          <a:p>
            <a:r>
              <a:rPr lang="en-US" b="1" dirty="0"/>
              <a:t>The goal:</a:t>
            </a:r>
            <a:r>
              <a:rPr lang="en-US" dirty="0"/>
              <a:t> A single, seamless SVG shape for the header that doesn't distort the fixed-geometry parts.</a:t>
            </a:r>
          </a:p>
          <a:p>
            <a:r>
              <a:rPr lang="en-US" b="1" dirty="0"/>
              <a:t>1. SVG Construction Logic (Crucial):</a:t>
            </a:r>
            <a:endParaRPr lang="en-US" dirty="0"/>
          </a:p>
          <a:p>
            <a:r>
              <a:rPr lang="en-US" dirty="0"/>
              <a:t>Use a </a:t>
            </a:r>
            <a:r>
              <a:rPr lang="en-US" b="1" dirty="0"/>
              <a:t>single &lt;path&gt; element</a:t>
            </a:r>
            <a:r>
              <a:rPr lang="en-US" dirty="0"/>
              <a:t> for the entire header. Do not use separate </a:t>
            </a:r>
            <a:r>
              <a:rPr lang="en-US" dirty="0" err="1"/>
              <a:t>rect</a:t>
            </a:r>
            <a:r>
              <a:rPr lang="en-US" dirty="0"/>
              <a:t> or path elements to avoid visible seams and stroke overlaps.</a:t>
            </a:r>
          </a:p>
          <a:p>
            <a:r>
              <a:rPr lang="en-US" b="1" dirty="0"/>
              <a:t>Left Section (Fixed):</a:t>
            </a:r>
            <a:r>
              <a:rPr lang="en-US" dirty="0"/>
              <a:t> Use the provided path coordinates. This part must remain </a:t>
            </a:r>
            <a:r>
              <a:rPr lang="en-US" b="1" dirty="0"/>
              <a:t>unscaled</a:t>
            </a:r>
            <a:r>
              <a:rPr lang="en-US" dirty="0"/>
              <a:t> (1:1 ratio) at the left of the screen.</a:t>
            </a:r>
          </a:p>
          <a:p>
            <a:r>
              <a:rPr lang="en-US" b="1" dirty="0"/>
              <a:t>Middle/Right Section (Fluid):</a:t>
            </a:r>
            <a:r>
              <a:rPr lang="en-US" dirty="0"/>
              <a:t> Extend the path to the right edge of the window using the L (</a:t>
            </a:r>
            <a:r>
              <a:rPr lang="en-US" dirty="0" err="1"/>
              <a:t>LineTo</a:t>
            </a:r>
            <a:r>
              <a:rPr lang="en-US" dirty="0"/>
              <a:t>) command, calculating the X coordinate based on </a:t>
            </a:r>
            <a:r>
              <a:rPr lang="en-US" dirty="0" err="1"/>
              <a:t>window.innerWidth</a:t>
            </a:r>
            <a:r>
              <a:rPr lang="en-US" dirty="0"/>
              <a:t>.</a:t>
            </a:r>
          </a:p>
          <a:p>
            <a:r>
              <a:rPr lang="en-US" b="1" dirty="0"/>
              <a:t>Right Corner (Fixed):</a:t>
            </a:r>
            <a:r>
              <a:rPr lang="en-US" dirty="0"/>
              <a:t> The bottom-right corner must be drawn using an arc command (A) with a fixed radius of </a:t>
            </a:r>
            <a:r>
              <a:rPr lang="en-US" b="1" dirty="0"/>
              <a:t>25px</a:t>
            </a:r>
            <a:r>
              <a:rPr lang="en-US" dirty="0"/>
              <a:t>.</a:t>
            </a:r>
          </a:p>
          <a:p>
            <a:r>
              <a:rPr lang="en-US" b="1" dirty="0"/>
              <a:t>2. Dynamic Height &amp; Transitions:</a:t>
            </a:r>
            <a:endParaRPr lang="en-US" dirty="0"/>
          </a:p>
          <a:p>
            <a:r>
              <a:rPr lang="en-US" b="1" dirty="0"/>
              <a:t>Portrait:</a:t>
            </a:r>
            <a:r>
              <a:rPr lang="en-US" dirty="0"/>
              <a:t> Top Y starts at 0, goes to 50 (fixed </a:t>
            </a:r>
            <a:r>
              <a:rPr lang="en-US" dirty="0" err="1"/>
              <a:t>rect</a:t>
            </a:r>
            <a:r>
              <a:rPr lang="en-US" dirty="0"/>
              <a:t> area), then follows the complex geometry. Total height: 150px.</a:t>
            </a:r>
          </a:p>
          <a:p>
            <a:r>
              <a:rPr lang="en-US" b="1" dirty="0"/>
              <a:t>Landscape:</a:t>
            </a:r>
            <a:r>
              <a:rPr lang="en-US" dirty="0"/>
              <a:t> Top Y starts at 0, top rectangle height becomes 0. Total height: 100px.</a:t>
            </a:r>
          </a:p>
          <a:p>
            <a:r>
              <a:rPr lang="en-US" dirty="0"/>
              <a:t>Use </a:t>
            </a:r>
            <a:r>
              <a:rPr lang="en-US" b="1" dirty="0"/>
              <a:t>GSAP</a:t>
            </a:r>
            <a:r>
              <a:rPr lang="en-US" dirty="0"/>
              <a:t> to animate the d attribute of the path or the </a:t>
            </a:r>
            <a:r>
              <a:rPr lang="en-US" dirty="0" err="1"/>
              <a:t>viewBox</a:t>
            </a:r>
            <a:r>
              <a:rPr lang="en-US" dirty="0"/>
              <a:t> when the screen orientation changes to ensure a fluid transition.</a:t>
            </a:r>
          </a:p>
          <a:p>
            <a:r>
              <a:rPr lang="en-US" b="1" dirty="0"/>
              <a:t>3. Visual Style (Single Body):</a:t>
            </a:r>
            <a:endParaRPr lang="en-US" dirty="0"/>
          </a:p>
          <a:p>
            <a:r>
              <a:rPr lang="en-US" b="1" dirty="0"/>
              <a:t>Fill:</a:t>
            </a:r>
            <a:r>
              <a:rPr lang="en-US" dirty="0"/>
              <a:t> Apply a single fill with "smoked glass" effect (hex color with alpha + backdrop-filter: blur).</a:t>
            </a:r>
          </a:p>
          <a:p>
            <a:r>
              <a:rPr lang="en-US" b="1" dirty="0"/>
              <a:t>Stroke &amp; Glow:</a:t>
            </a:r>
            <a:endParaRPr lang="en-US" dirty="0"/>
          </a:p>
          <a:p>
            <a:pPr lvl="1"/>
            <a:r>
              <a:rPr lang="en-US" dirty="0"/>
              <a:t>Set a single stroke and stroke-width.</a:t>
            </a:r>
          </a:p>
          <a:p>
            <a:pPr lvl="1"/>
            <a:r>
              <a:rPr lang="en-US" dirty="0"/>
              <a:t>Define an SVG &lt;filter&gt; with </a:t>
            </a:r>
            <a:r>
              <a:rPr lang="en-US" dirty="0" err="1"/>
              <a:t>feGaussianBlur</a:t>
            </a:r>
            <a:r>
              <a:rPr lang="en-US" dirty="0"/>
              <a:t> for the </a:t>
            </a:r>
            <a:r>
              <a:rPr lang="en-US" b="1" dirty="0"/>
              <a:t>glow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Apply the filter to a &lt;g&gt; (group) containing the path, or the path itself, to ensure the glow radiates from the stroke, not as a fill.</a:t>
            </a:r>
          </a:p>
          <a:p>
            <a:r>
              <a:rPr lang="en-US" b="1" dirty="0"/>
              <a:t>4. Code Clean-up:</a:t>
            </a:r>
            <a:endParaRPr lang="en-US" dirty="0"/>
          </a:p>
          <a:p>
            <a:r>
              <a:rPr lang="en-US" dirty="0"/>
              <a:t>Remove all previous separate SVG elements.</a:t>
            </a:r>
          </a:p>
          <a:p>
            <a:r>
              <a:rPr lang="en-US" dirty="0"/>
              <a:t>Create a function </a:t>
            </a:r>
            <a:r>
              <a:rPr lang="en-US" dirty="0" err="1"/>
              <a:t>updateHeaderPath</a:t>
            </a:r>
            <a:r>
              <a:rPr lang="en-US" dirty="0"/>
              <a:t>() that recalculates the path string whenever the window is resized.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46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F756-33F6-7193-A363-039E11711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E6E8F0"/>
                </a:solidFill>
                <a:latin typeface="Google Sans"/>
              </a:rPr>
              <a:t>Header UI: Logo Integration &amp; Navigation Logic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E6097C-8AE8-B1EB-EA64-A81252FD01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4470"/>
            <a:ext cx="9293121" cy="4893647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1. Logo Implementation: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Source: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Use the provided complex path data to create an SVG logo.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Placement: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Position it within the left geometric shape of the header.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Visuals: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E6E8F0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Initial state: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fill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should be a dark shade of the current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--accent-color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(semi-transparent).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The "Pulse" Effect: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Create a GSAP animation (infinite repeat with yoyo) that subtly changes the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filter: drop-shadow()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or the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fill-opacity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using the 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THEME[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currentSection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].hex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. This pulse should only activate when on the main section 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Function: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Clicking the logo must trigger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window.location.hash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 = "#home"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2. Dynamic Navigation Elements: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Back Button: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E6E8F0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Place it below the logo area.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Logic: Show only if the URL has more than one level (e.g.,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/#sessions/lake1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Action: When clicked, calculate the parent path (e.g., from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/#about/gear1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to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/#about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) and update the hash.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Section Title: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E6E8F0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Display the current section or sub-section name next to/under the logo area.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Style: Typography should be clean, uppercase, using the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--accent-color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3. Responsive Controls: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Portrait: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E6E8F0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Hamburger Menu: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Place it in the right rectangular area (H=50px).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Interaction: On click, open a full-screen overlay menu.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Landscape: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E6E8F0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Navigation Links: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Replace the hamburger with a horizontal list of text links 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Home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,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About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,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Sessions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,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Gallery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,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Contact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Style: Active link should have a "glow" underline in the section's hex color.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4. Transition: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Use GSAP to animate the entrance of the "Back" button and "Title" (e.g., a subtle fade-in and slide from the left) whenever the route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399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D00BA-F407-EEED-3E11-5C589A181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0A2845-E49C-108E-9981-C0908BC03E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Mobile Menu Refinement: Branding &amp; Visual Clarity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1. Content &amp; Branding: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Logo Integration: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Remove the text "Home" from the menu list. In its place, at the top of the menu, insert the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Logo SVG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(the same complex path we used in the header).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Function: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Clicking the logo inside the menu must also lead to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#home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and close the menu.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2. Background &amp; Textures: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Menu Background: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Replace the solid black color with the image from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assets/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img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-m/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ui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/menu/menu-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bg.webp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Visual Overlay: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Keep a subtle dark overlay (low opacity) over the image to ensure the content remains the priority.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Glass Effect: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If possible, apply a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backdrop-filter: blur(5px)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to the menu container to maintain the "Flash/Glass" theme.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3. Typography &amp; Legibility (Neon Style):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Text Glow: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Since the menu links are white and must be legible on a custom background, do not use boxes. Instead, apply a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text-shadow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or a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subtle glow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using the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Arial Unicode MS"/>
              </a:rPr>
              <a:t>--accent-color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of each specific section.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Hover/Active State: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When a menu item is active or pressed, its glow should intensify to create that "Neon" effect.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4. Transition &amp; Alignment: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Layout: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Keep the menu items centered, but ensure there is a generous top margin for the Logo.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Entrance: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Use a GSAP "stagger" effect so that the menu items appear one by one (fade in + slide up) when the hamburger is clicked.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784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2219</TotalTime>
  <Words>1861</Words>
  <Application>Microsoft Office PowerPoint</Application>
  <PresentationFormat>Widescreen</PresentationFormat>
  <Paragraphs>113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Unicode MS</vt:lpstr>
      <vt:lpstr>Calibri</vt:lpstr>
      <vt:lpstr>Calibri Light</vt:lpstr>
      <vt:lpstr>Google Sans</vt:lpstr>
      <vt:lpstr>Office Theme</vt:lpstr>
      <vt:lpstr>Pescuit in Arges</vt:lpstr>
      <vt:lpstr>PowerPoint Presentation</vt:lpstr>
      <vt:lpstr>PowerPoint Presentation</vt:lpstr>
      <vt:lpstr>Header</vt:lpstr>
      <vt:lpstr>Header UI: Logo Integration &amp; Navigation Logic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 Manolescu</dc:creator>
  <cp:lastModifiedBy>Cristi Manolescu</cp:lastModifiedBy>
  <cp:revision>1</cp:revision>
  <dcterms:created xsi:type="dcterms:W3CDTF">2026-02-09T05:48:53Z</dcterms:created>
  <dcterms:modified xsi:type="dcterms:W3CDTF">2026-02-10T18:48:30Z</dcterms:modified>
</cp:coreProperties>
</file>